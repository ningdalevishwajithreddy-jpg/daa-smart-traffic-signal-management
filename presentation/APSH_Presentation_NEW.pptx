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1 (Vishwajith), 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1, 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1, 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2 (Abhishek), 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2, 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2, 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3 (Poojitha), 3 min at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3, 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4 (Satyavani), 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4, 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Smart Traffic Signal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APSH 2026 | DAA Hackathon | 03-10-2026</a:t>
            </a:r>
          </a:p>
          <a:p>
            <a:r>
              <a:t>Team 12 | II Year B.Tech, 3rd Sem, G-Section | Mentor: Dr. K. Little Flower</a:t>
            </a:r>
          </a:p>
          <a:p>
            <a:r>
              <a:t>Members: N. Vishwajith Reddy (25MVCSER0608, Team Lead), K. Abhishek (25MVCSER0577), B. Poojitha (25MVCSER0551), L. Satyavani (25MVCSER0589)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Emergency vehicle at one junction -&gt; fastest time to every important junction</a:t>
            </a:r>
          </a:p>
          <a:p>
            <a:r>
              <a:t>Traffic differs per road; shortest road is often NOT the fastest</a:t>
            </a:r>
          </a:p>
          <a:p>
            <a:r>
              <a:t>Output: minimum time + path; hospitals/stations reported separately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Understanding + Edge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Graph: junction = vertex, road = edge, weight = travel time</a:t>
            </a:r>
          </a:p>
          <a:p>
            <a:r>
              <a:t>travel_time = (length/speed)*60*congestion + signal_delay</a:t>
            </a:r>
          </a:p>
          <a:p>
            <a:r>
              <a:t>congestion &gt;= 1.0, so weights never negative -&gt; Dijkstra allowed</a:t>
            </a:r>
          </a:p>
          <a:p>
            <a:r>
              <a:t>Edge cases: unreachable, blocked, zero-weight, ties, single junction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Approach +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Paradigm: Graph + Greedy (Dijkstra with min-heap)</a:t>
            </a:r>
          </a:p>
          <a:p>
            <a:r>
              <a:t>Rejected: array O(V2, slow) | BFS (no weights) | Bellman-Ford (slow, checker only)</a:t>
            </a:r>
          </a:p>
          <a:p>
            <a:r>
              <a:t>Rejected: Floyd-Warshall (all-pairs overkill) | A* (needs one target + heuristic)</a:t>
            </a:r>
          </a:p>
          <a:p>
            <a:r>
              <a:t>Fits: one source, all destinations, non-negative weights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Algorithm +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dist[source]=0, rest=inf; heap=[(0,source)]</a:t>
            </a:r>
          </a:p>
          <a:p>
            <a:r>
              <a:t>Pop smallest U -&gt; mark final -&gt; relax every road U-&gt;V</a:t>
            </a:r>
          </a:p>
          <a:p>
            <a:r>
              <a:t>Parent array rebuilds the path; blocked roads skipped as infinity</a:t>
            </a:r>
          </a:p>
          <a:p>
            <a:r>
              <a:t>Proof idea: popped time can't be beaten, all roads add &gt;=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5. Complexity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Heap: time O((V+E) log V), space O(V+E)</a:t>
            </a:r>
          </a:p>
          <a:p>
            <a:r>
              <a:t>Array baseline: O(V2) | Bellman-Ford checker: O(V*E)</a:t>
            </a:r>
          </a:p>
          <a:p>
            <a:r>
              <a:t>Measured: heap ~50x faster than array at n=2000 (seed 42)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6. Implementation +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Python FastAPI (6 endpoints) + plain HTML/JS map; one command: run.bat</a:t>
            </a:r>
          </a:p>
          <a:p>
            <a:r>
              <a:t>Demo clicks: source -&gt; hospital route -&gt; congestion slider -&gt; block road</a:t>
            </a:r>
          </a:p>
          <a:p>
            <a:r>
              <a:t>-&gt; morning profile -&gt; Play steps animation -&gt; benchmark n=100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7. Tests +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28 tests pass: 13 algorithm + 8 API + 6 real-mode + 1 reliability (20 bad requests)</a:t>
            </a:r>
          </a:p>
          <a:p>
            <a:r>
              <a:t>100-node random city matches Bellman-Ford exactly</a:t>
            </a:r>
          </a:p>
          <a:p>
            <a:r>
              <a:t>Benchmark table n=100..2000; every number from running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8. Innovation + Honest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Dynamic traffic, closures, profiles, green-corridor savings, animation, benchmark</a:t>
            </a:r>
          </a:p>
          <a:p>
            <a:r>
              <a:t>Limits: in-memory data, one user, manual traffic input</a:t>
            </a:r>
          </a:p>
          <a:p>
            <a:r>
              <a:t>Future: database, caching, bidirectional/A*, live GPS feed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Understand -&gt; Constraints -&gt; Algorithm -&gt; Pseudocode -&gt; Complexity</a:t>
            </a:r>
          </a:p>
          <a:p>
            <a:r>
              <a:t>Implement -&gt; Test -&gt; Debug -&gt; GitHub -&gt; Team Review -&gt; Present</a:t>
            </a:r>
          </a:p>
          <a:p>
            <a:r>
              <a:t>Divide the work, not the knowledge.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